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MiniMax Platform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企业级大模型平台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项目功能概览 · 模块关联 · 执行流程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1089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V6.8.10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微服务  ·  29 前端页面  ·  2026-08-10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166420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后端微服务 · 29 前端页面 · 核心技术栈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2240280"/>
            <a:ext cx="6858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246888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模块关联与调用关系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微服务依赖图 · 前端请求链路 · 认证流程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3429000"/>
            <a:ext cx="6858000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657600"/>
            <a:ext cx="594360" cy="594360"/>
          </a:xfrm>
          <a:prstGeom prst="ellipse">
            <a:avLst/>
          </a:prstGeom>
          <a:solidFill>
            <a:srgbClr val="1E40AF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核心执行流程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04164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 链路 · RAG 检索 · 前端组件架构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项目概览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后端微服务 · 29 前端页面 · 40+ 功能模块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个后端微服务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792" y="1362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:7080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5270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 · 路由 · 鉴权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9601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960120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770632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70632" y="1362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70632" y="15270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 · JWT · OAuth2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9601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960120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919472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1362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:8094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19472" y="15270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· LLM · 向量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960120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960120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068312" y="106984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068312" y="1362456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68312" y="15270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 · 消息 · 流式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1947672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1947672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" y="2057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" y="2350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" y="2514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· Provider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1947672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1947672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2770632" y="2057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770632" y="2350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70632" y="2514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短期记忆 · 上下文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947672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1947672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4919472" y="2057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9472" y="2350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19472" y="2514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 · 向量检索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03720" y="1947672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1947672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2" name="Text 40"/>
          <p:cNvSpPr/>
          <p:nvPr/>
        </p:nvSpPr>
        <p:spPr>
          <a:xfrm>
            <a:off x="7068312" y="2057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068312" y="23500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68312" y="25146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· 工具调用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2935224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2935224"/>
            <a:ext cx="54864" cy="822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" y="30449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21792" y="3337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" y="3502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 · 指标 · 告警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606040" y="2935224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606040" y="2935224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2770632" y="30449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2770632" y="3337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:8090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770632" y="3502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 · 用户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2935224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2935224"/>
            <a:ext cx="54864" cy="8229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7" name="Text 55"/>
          <p:cNvSpPr/>
          <p:nvPr/>
        </p:nvSpPr>
        <p:spPr>
          <a:xfrm>
            <a:off x="4919472" y="30449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4919472" y="3337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:8092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919472" y="3502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 · NLSQL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903720" y="2935224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03720" y="2935224"/>
            <a:ext cx="54864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2" name="Text 60"/>
          <p:cNvSpPr/>
          <p:nvPr/>
        </p:nvSpPr>
        <p:spPr>
          <a:xfrm>
            <a:off x="7068312" y="304495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068312" y="333756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:8093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068312" y="3502152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 · DAG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3922776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3922776"/>
            <a:ext cx="54864" cy="8229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7" name="Text 65"/>
          <p:cNvSpPr/>
          <p:nvPr/>
        </p:nvSpPr>
        <p:spPr>
          <a:xfrm>
            <a:off x="621792" y="40325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621792" y="43251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:8088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1792" y="44897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 · 图像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606040" y="3922776"/>
            <a:ext cx="201168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606040" y="3922776"/>
            <a:ext cx="54864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2" name="Text 70"/>
          <p:cNvSpPr/>
          <p:nvPr/>
        </p:nvSpPr>
        <p:spPr>
          <a:xfrm>
            <a:off x="2770632" y="40325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2770632" y="43251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:8095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2770632" y="44897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 · 推送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 个前端页面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核心模块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68249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184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88366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8196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208483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2860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2219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48716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231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函数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68833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2432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88950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82549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9601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333756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分析监控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74720" y="14813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0" y="14173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168249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0" y="16184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74720" y="188366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0" y="18196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208483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20" y="228600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0" y="222199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74720" y="248716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0" y="242316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Alerts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17920" y="96012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960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管道编排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55080" y="14813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0" name="Text 38"/>
          <p:cNvSpPr/>
          <p:nvPr/>
        </p:nvSpPr>
        <p:spPr>
          <a:xfrm>
            <a:off x="6537960" y="14173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55080" y="168249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2" name="Text 40"/>
          <p:cNvSpPr/>
          <p:nvPr/>
        </p:nvSpPr>
        <p:spPr>
          <a:xfrm>
            <a:off x="6537960" y="161848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Designer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55080" y="188366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181965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55080" y="208483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6" name="Text 44"/>
          <p:cNvSpPr/>
          <p:nvPr/>
        </p:nvSpPr>
        <p:spPr>
          <a:xfrm>
            <a:off x="6537960" y="202082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29260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94360" y="34472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0" name="Text 48"/>
          <p:cNvSpPr/>
          <p:nvPr/>
        </p:nvSpPr>
        <p:spPr>
          <a:xfrm>
            <a:off x="777240" y="33832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Admin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" y="36484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2" name="Text 50"/>
          <p:cNvSpPr/>
          <p:nvPr/>
        </p:nvSpPr>
        <p:spPr>
          <a:xfrm>
            <a:off x="777240" y="3584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94360" y="384962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4" name="Text 52"/>
          <p:cNvSpPr/>
          <p:nvPr/>
        </p:nvSpPr>
        <p:spPr>
          <a:xfrm>
            <a:off x="777240" y="3785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94360" y="405079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6" name="Text 54"/>
          <p:cNvSpPr/>
          <p:nvPr/>
        </p:nvSpPr>
        <p:spPr>
          <a:xfrm>
            <a:off x="77724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Push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94360" y="4251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8" name="Text 56"/>
          <p:cNvSpPr/>
          <p:nvPr/>
        </p:nvSpPr>
        <p:spPr>
          <a:xfrm>
            <a:off x="777240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94360" y="44531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0" name="Text 58"/>
          <p:cNvSpPr/>
          <p:nvPr/>
        </p:nvSpPr>
        <p:spPr>
          <a:xfrm>
            <a:off x="777240" y="43891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Wechat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337560" y="29260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62" name="Text 60"/>
          <p:cNvSpPr/>
          <p:nvPr/>
        </p:nvSpPr>
        <p:spPr>
          <a:xfrm>
            <a:off x="33375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能力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474720" y="34472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4" name="Text 62"/>
          <p:cNvSpPr/>
          <p:nvPr/>
        </p:nvSpPr>
        <p:spPr>
          <a:xfrm>
            <a:off x="3657600" y="33832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 生成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74720" y="36484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6" name="Text 64"/>
          <p:cNvSpPr/>
          <p:nvPr/>
        </p:nvSpPr>
        <p:spPr>
          <a:xfrm>
            <a:off x="3657600" y="3584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项目生成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474720" y="384962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8" name="Text 66"/>
          <p:cNvSpPr/>
          <p:nvPr/>
        </p:nvSpPr>
        <p:spPr>
          <a:xfrm>
            <a:off x="3657600" y="3785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Group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474720" y="405079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0" name="Text 68"/>
          <p:cNvSpPr/>
          <p:nvPr/>
        </p:nvSpPr>
        <p:spPr>
          <a:xfrm>
            <a:off x="365760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17920" y="2926080"/>
            <a:ext cx="2743200" cy="365760"/>
          </a:xfrm>
          <a:prstGeom prst="roundRect">
            <a:avLst>
              <a:gd name="adj" fmla="val 12500"/>
            </a:avLst>
          </a:prstGeom>
          <a:solidFill>
            <a:srgbClr val="1E40AF"/>
          </a:solidFill>
          <a:ln/>
        </p:spPr>
      </p:sp>
      <p:sp>
        <p:nvSpPr>
          <p:cNvPr id="72" name="Text 70"/>
          <p:cNvSpPr/>
          <p:nvPr/>
        </p:nvSpPr>
        <p:spPr>
          <a:xfrm>
            <a:off x="621792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6355080" y="344728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4" name="Text 72"/>
          <p:cNvSpPr/>
          <p:nvPr/>
        </p:nvSpPr>
        <p:spPr>
          <a:xfrm>
            <a:off x="6537960" y="338328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355080" y="3648456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6" name="Text 74"/>
          <p:cNvSpPr/>
          <p:nvPr/>
        </p:nvSpPr>
        <p:spPr>
          <a:xfrm>
            <a:off x="6537960" y="3584448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I18n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6355080" y="3849624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8" name="Text 76"/>
          <p:cNvSpPr/>
          <p:nvPr/>
        </p:nvSpPr>
        <p:spPr>
          <a:xfrm>
            <a:off x="6537960" y="3785616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355080" y="4050792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0" name="Text 78"/>
          <p:cNvSpPr/>
          <p:nvPr/>
        </p:nvSpPr>
        <p:spPr>
          <a:xfrm>
            <a:off x="6537960" y="3986784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About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355080" y="4251960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2" name="Text 80"/>
          <p:cNvSpPr/>
          <p:nvPr/>
        </p:nvSpPr>
        <p:spPr>
          <a:xfrm>
            <a:off x="6537960" y="4187952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355080" y="4453128"/>
            <a:ext cx="109728" cy="10972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4" name="Text 82"/>
          <p:cNvSpPr/>
          <p:nvPr/>
        </p:nvSpPr>
        <p:spPr>
          <a:xfrm>
            <a:off x="6537960" y="4389120"/>
            <a:ext cx="2286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Plugins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544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481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3.4 + Composition API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49808" y="1773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 · Pinia · Vue Router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5856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42316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350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5 构建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9808" y="26426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ESM · HMR · Code Splitting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12724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329184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218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UI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9808" y="3511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70+ 组件 · 主题定制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9592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16052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087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可视化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" y="43799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Dashboard · Metrics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9144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06040" y="138988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15768" y="15544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2898648" y="1481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Cloud Gateway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898648" y="1773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动态路由 · StripPrefix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225856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15768" y="242316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2898648" y="2350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Nacos 服务发现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898648" y="26426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注册中心 · 配置中心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312724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15768" y="329184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5" name="Text 33"/>
          <p:cNvSpPr/>
          <p:nvPr/>
        </p:nvSpPr>
        <p:spPr>
          <a:xfrm>
            <a:off x="2898648" y="3218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鉴权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898648" y="3511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Bearer Token · Refresh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606040" y="399592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15768" y="416052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9" name="Text 37"/>
          <p:cNvSpPr/>
          <p:nvPr/>
        </p:nvSpPr>
        <p:spPr>
          <a:xfrm>
            <a:off x="2898648" y="4087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RateLimit 限流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898648" y="43799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Bucket4j · 多维度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9144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475488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138988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15544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5047488" y="1481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3.2 + JDK17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47488" y="1773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虚拟线程 · AOT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225856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64608" y="242316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49" name="Text 47"/>
          <p:cNvSpPr/>
          <p:nvPr/>
        </p:nvSpPr>
        <p:spPr>
          <a:xfrm>
            <a:off x="5047488" y="2350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+ H2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47488" y="26426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主从 · Schema 版本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54880" y="312724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64608" y="329184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3" name="Text 51"/>
          <p:cNvSpPr/>
          <p:nvPr/>
        </p:nvSpPr>
        <p:spPr>
          <a:xfrm>
            <a:off x="5047488" y="3218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OpenTelemetry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47488" y="3511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· Metrics · Logs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54880" y="399592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864608" y="416052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7" name="Text 55"/>
          <p:cNvSpPr/>
          <p:nvPr/>
        </p:nvSpPr>
        <p:spPr>
          <a:xfrm>
            <a:off x="5047488" y="4087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+ ONNX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47488" y="43799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多模型路由 · SandBox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03720" y="91440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1E40AF"/>
          </a:solidFill>
          <a:ln/>
        </p:spPr>
      </p:sp>
      <p:sp>
        <p:nvSpPr>
          <p:cNvPr id="60" name="Text 58"/>
          <p:cNvSpPr/>
          <p:nvPr/>
        </p:nvSpPr>
        <p:spPr>
          <a:xfrm>
            <a:off x="6903720" y="914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基础设施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903720" y="138988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13448" y="155448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3" name="Text 61"/>
          <p:cNvSpPr/>
          <p:nvPr/>
        </p:nvSpPr>
        <p:spPr>
          <a:xfrm>
            <a:off x="7196328" y="1481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196328" y="177393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服务 · 独立端口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903720" y="225856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13448" y="242316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7" name="Text 65"/>
          <p:cNvSpPr/>
          <p:nvPr/>
        </p:nvSpPr>
        <p:spPr>
          <a:xfrm>
            <a:off x="7196328" y="2350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反向代理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196328" y="26426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 端口 · HTTPS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903720" y="312724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013448" y="329184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1" name="Text 69"/>
          <p:cNvSpPr/>
          <p:nvPr/>
        </p:nvSpPr>
        <p:spPr>
          <a:xfrm>
            <a:off x="7196328" y="321868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+ Grafana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196328" y="3511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 · 仪表盘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903720" y="3995928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013448" y="4160520"/>
            <a:ext cx="128016" cy="128016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5" name="Text 73"/>
          <p:cNvSpPr/>
          <p:nvPr/>
        </p:nvSpPr>
        <p:spPr>
          <a:xfrm>
            <a:off x="7196328" y="40873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MariaDB 10.11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196328" y="43799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字符集 utf8mb4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9728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模块关联与调用关系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微服务依赖图 · 前端请求链路 · 用户认证流程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后端微服务依赖关系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474720" y="777240"/>
            <a:ext cx="21945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0" y="777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:7080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1078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 · 鉴权 · 限流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07992" y="1399032"/>
            <a:ext cx="36576" cy="20116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:8081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71600" y="1399032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60604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:8094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039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LLM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1399032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:8082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039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852160" y="1399032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6600" y="1737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7086600" y="1737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:8083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86600" y="2039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092440" y="1399032"/>
            <a:ext cx="36576" cy="32004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1463040" y="2880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:8084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2880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059669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:8085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703320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43600" y="2880360"/>
            <a:ext cx="2011680" cy="594360"/>
          </a:xfrm>
          <a:prstGeom prst="roundRect">
            <a:avLst>
              <a:gd name="adj" fmla="val 12308"/>
            </a:avLst>
          </a:prstGeom>
          <a:solidFill>
            <a:srgbClr val="D97706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0" y="28803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:8086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18211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:8090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84048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29000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:8087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429000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监控告警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17920" y="384048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8862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:8092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数据分析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440740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:8093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8640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337560" y="440740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2900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:8088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429000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17920" y="440740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44531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ws :8095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09360" y="46634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45902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common (所有模块依赖)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前端请求流程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09728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" y="17190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Component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http.get('/admin/users')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3B82F6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前端调用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01952" y="2103120"/>
            <a:ext cx="128016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3" name="Text 11"/>
          <p:cNvSpPr/>
          <p:nvPr/>
        </p:nvSpPr>
        <p:spPr>
          <a:xfrm>
            <a:off x="194767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057400" y="96012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0972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30552" y="17190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http.js Interceptor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0552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自动追加 /api/v1 前缀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Authorization: Bearer token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94560" y="32004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7C3AE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拦截器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85032" y="2103120"/>
            <a:ext cx="128016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373075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840480" y="96012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89120" y="1097280"/>
            <a:ext cx="502920" cy="5029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913632" y="17190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Nginx 80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913632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location /api/v1/ai/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proxy_pass → ai_service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77640" y="32004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059669">
              <a:alpha val="1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397764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反向代理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68112" y="2103120"/>
            <a:ext cx="128016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1" name="Text 29"/>
          <p:cNvSpPr/>
          <p:nvPr/>
        </p:nvSpPr>
        <p:spPr>
          <a:xfrm>
            <a:off x="551383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23560" y="96012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109728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61722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696712" y="17190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Gateway :7080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96712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动态路由 → StripPrefix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验证 · 限流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32004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D97706">
              <a:alpha val="1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76072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Cloud Gateway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251192" y="2103120"/>
            <a:ext cx="128016" cy="36576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912" y="1993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406640" y="960120"/>
            <a:ext cx="1600200" cy="283464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55280" y="1097280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79552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79792" y="1719072"/>
            <a:ext cx="1463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微服务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79792" y="22860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:8094 / auth :8081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:8082 / rag :8085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3200400"/>
            <a:ext cx="1325880" cy="256032"/>
          </a:xfrm>
          <a:prstGeom prst="roundRect">
            <a:avLst>
              <a:gd name="adj" fmla="val 14286"/>
            </a:avLst>
          </a:prstGeom>
          <a:solidFill>
            <a:srgbClr val="DC2626">
              <a:alpha val="1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7543800" y="32004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业务处理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57200" y="404164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/>
        </p:spPr>
      </p:sp>
      <p:sp>
        <p:nvSpPr>
          <p:cNvPr id="49" name="Text 47"/>
          <p:cNvSpPr/>
          <p:nvPr/>
        </p:nvSpPr>
        <p:spPr>
          <a:xfrm>
            <a:off x="640080" y="404164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所有前端 API 调用必须以 / 开头:  http.get('/auth/login')  →  /api/v1/auth/login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用户认证流程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64008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10789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35331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输入账号密码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97680" y="164592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83080"/>
            <a:ext cx="64008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9202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" y="18562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 /api/v1/auth/login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13055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http.post('/auth/login', credentials)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42316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560320"/>
            <a:ext cx="64008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697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2633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Token 生成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" y="290779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accessToken (15min) + refreshToken (7d)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0" y="3200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337560"/>
            <a:ext cx="64008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" y="3410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存入 Pinia Store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68503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userStore.accessToken + refreshToken (localStorage persist)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3977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14800"/>
            <a:ext cx="64008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2519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43000" y="41879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后续请求携带 Token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43000" y="446227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Authorization: Bearer {accessToken}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7315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FFFF">
                    <a:alpha val="1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10972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核心执行流程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 · RAG 检索 · 前端组件架构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Chat 完整链路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Vue 3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298448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34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chat/Index.vue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3533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1901952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8379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useSpeechCall composable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9568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505456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41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流式请求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560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449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 实时渲染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16382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712464"/>
            <a:ext cx="109728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484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Markdown + 工具卡片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92024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Cloud Gateway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动态路由 → ai_service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37560" y="26974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Bearer Token 验证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971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限流 Bucket4j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37560" y="32461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TraceId 透传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822960"/>
            <a:ext cx="25603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17920" y="822960"/>
            <a:ext cx="2560320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8229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后端微服务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55080" y="1298448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537960" y="12344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AiController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1353312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55080" y="1828800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AI Router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55080" y="1883664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55080" y="2359152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8" name="Text 36"/>
          <p:cNvSpPr/>
          <p:nvPr/>
        </p:nvSpPr>
        <p:spPr>
          <a:xfrm>
            <a:off x="6537960" y="229514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 Runtime / OpenAI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355080" y="2414016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55080" y="2889504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28254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 Embedding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55080" y="2944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355080" y="3419856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4" name="Text 42"/>
          <p:cNvSpPr/>
          <p:nvPr/>
        </p:nvSpPr>
        <p:spPr>
          <a:xfrm>
            <a:off x="6537960" y="33558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上下文增强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355080" y="34747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│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55080" y="3950208"/>
            <a:ext cx="109728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5"/>
          <p:cNvSpPr/>
          <p:nvPr/>
        </p:nvSpPr>
        <p:spPr>
          <a:xfrm>
            <a:off x="6537960" y="388620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流式响应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97180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→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5989320" y="178308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</a:rPr>
              <a:t>→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检索增强流程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64008" cy="7132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960120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960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914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文档上传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18872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PDF/Word/Markdown → /rag/doc/upload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Milvus/H2 向量库存储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297680" y="157276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1627632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627632"/>
            <a:ext cx="64008" cy="7132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1764792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64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1719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94960" y="1993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文本切分 → Sentence Embedding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向量入库 (1536 dim)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80560" y="237744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432304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2432304"/>
            <a:ext cx="64008" cy="7132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569464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694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25237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检索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279806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用户问题 → Embedding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Top-K 向量相似度匹配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31821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3236976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236976"/>
            <a:ext cx="64008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3374136"/>
            <a:ext cx="438912" cy="43891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337413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33284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上下文组装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94960" y="36027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检索结果 + 原问题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组装为 LLM Prompt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80560" y="398678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▼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" y="4041648"/>
            <a:ext cx="4023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041648"/>
            <a:ext cx="64008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5" name="Shape 33"/>
          <p:cNvSpPr/>
          <p:nvPr/>
        </p:nvSpPr>
        <p:spPr>
          <a:xfrm>
            <a:off x="640080" y="4178808"/>
            <a:ext cx="438912" cy="43891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178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188720" y="41330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188720" y="44074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 RAG 上下文的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流式返回 AI 回答 + 引用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0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前端组件架构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1E40A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layout/Index.vue — 布局层 (导航栏 + 侧边菜单 + 主内容区)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7276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router/index.js — Vue Router (29 个路由 → V2 版本页面组件)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7627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7627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PageStandard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151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标准页容器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 + 搜索 + 刷新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217627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17627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CrudTable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6151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表格增删改查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排序 · 筛选 · 批量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0" y="217627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17627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FormDrawer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26480" y="261518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侧边抽屉表单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create/edit/view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5643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5643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456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8953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表格状态管理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· loading · pagination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45643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345643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246120" y="3456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useCrud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37560" y="38953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CRUD 流程编排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create/update/delete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35040" y="3456432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3456432"/>
            <a:ext cx="2651760" cy="347472"/>
          </a:xfrm>
          <a:prstGeom prst="roundRect">
            <a:avLst>
              <a:gd name="adj" fmla="val 10526"/>
            </a:avLst>
          </a:prstGeom>
          <a:solidFill>
            <a:srgbClr val="7C3AED">
              <a:alpha val="1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34564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StatCardGroup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3895344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统计卡片组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指标展示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57200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Store (userStore)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0" y="4572000"/>
            <a:ext cx="2560320" cy="320040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0" y="4572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Layer (http.js)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后端微服务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69748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前端页面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4632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84632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端点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995160" y="1097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V6.8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95160" y="16642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微服务架构: gateway 统一入口，各服务独立部署，Nacos 服务发现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514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前端规范: 所有 API 调用以 / 开头，http.js 统一追加 /api/v1 前缀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认证流程: JWT accessToken (15min) + refreshToken (7d) 自动续期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组件化: PageStandard/CrudTable/FormDrawer + useTable/useCrud composable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监控可观测: OpenTelemetry + Prometheus + Grafana 全链路追踪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7091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github.com/liugl951127/miniLiugl  ·  Apache 2.0 License  ·  2026-08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MiniMax Platform V6.8 - 项目功能与架构概览</dc:title>
  <dc:subject>14 微服务 · 29 前端页面 · 模块关联 · 执行流程</dc:subject>
  <dc:creator>MiniMax Platform</dc:creator>
  <cp:lastModifiedBy>MiniMax Platform</cp:lastModifiedBy>
  <cp:revision>1</cp:revision>
  <dcterms:created xsi:type="dcterms:W3CDTF">2026-08-10T08:13:15Z</dcterms:created>
  <dcterms:modified xsi:type="dcterms:W3CDTF">2026-08-10T08:13:15Z</dcterms:modified>
</cp:coreProperties>
</file>